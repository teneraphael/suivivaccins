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89EB049-469A-6E34-D62F-2679F82DEA40}"/>
              </a:ext>
            </a:extLst>
          </p:cNvPr>
          <p:cNvSpPr txBox="1"/>
          <p:nvPr/>
        </p:nvSpPr>
        <p:spPr>
          <a:xfrm>
            <a:off x="2102485" y="2068011"/>
            <a:ext cx="7446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EXPOSE DE C#</a:t>
            </a:r>
            <a:endParaRPr lang="fr-CM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62C733E-B43C-5F43-2869-43646A5E19A6}"/>
              </a:ext>
            </a:extLst>
          </p:cNvPr>
          <p:cNvSpPr txBox="1"/>
          <p:nvPr/>
        </p:nvSpPr>
        <p:spPr>
          <a:xfrm>
            <a:off x="2068068" y="3055439"/>
            <a:ext cx="8663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THEME: </a:t>
            </a:r>
            <a:r>
              <a:rPr lang="fr-FR" sz="2800" dirty="0"/>
              <a:t>APPLICATION DE SUIVI DES VACCINS</a:t>
            </a:r>
            <a:endParaRPr lang="fr-CM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CC4DDFD-242B-C804-B7B5-D757A8DDEA03}"/>
              </a:ext>
            </a:extLst>
          </p:cNvPr>
          <p:cNvSpPr txBox="1"/>
          <p:nvPr/>
        </p:nvSpPr>
        <p:spPr>
          <a:xfrm>
            <a:off x="3100869" y="3768310"/>
            <a:ext cx="5449746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PAR: </a:t>
            </a:r>
          </a:p>
          <a:p>
            <a:pPr algn="ctr"/>
            <a:endParaRPr lang="fr-FR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TENE RAPHAEL</a:t>
            </a: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ANGOUM BISSO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Francky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BILLIE MBELLA </a:t>
            </a:r>
          </a:p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02DE9ED-EB13-30FB-8195-40F71530A7A3}"/>
              </a:ext>
            </a:extLst>
          </p:cNvPr>
          <p:cNvSpPr txBox="1"/>
          <p:nvPr/>
        </p:nvSpPr>
        <p:spPr>
          <a:xfrm>
            <a:off x="1949384" y="5130754"/>
            <a:ext cx="791360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Supervisé par : </a:t>
            </a: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Monsieur FONKOUA</a:t>
            </a:r>
            <a:endParaRPr lang="fr-CM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67E828A-E503-0197-9423-A45C1C9889D6}"/>
              </a:ext>
            </a:extLst>
          </p:cNvPr>
          <p:cNvSpPr txBox="1"/>
          <p:nvPr/>
        </p:nvSpPr>
        <p:spPr>
          <a:xfrm>
            <a:off x="3994714" y="6034326"/>
            <a:ext cx="480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Année académique: </a:t>
            </a:r>
            <a:r>
              <a:rPr lang="fr-FR" dirty="0"/>
              <a:t>2025-2026</a:t>
            </a:r>
            <a:endParaRPr lang="fr-CM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14" b="89903" l="9942" r="89864">
                        <a14:foregroundMark x1="51267" y1="6214" x2="51267" y2="6214"/>
                        <a14:foregroundMark x1="46784" y1="10291" x2="46784" y2="10291"/>
                        <a14:foregroundMark x1="41131" y1="14369" x2="41131" y2="14369"/>
                        <a14:foregroundMark x1="31579" y1="22718" x2="31579" y2="22718"/>
                        <a14:foregroundMark x1="26706" y1="27767" x2="26706" y2="27767"/>
                        <a14:foregroundMark x1="22612" y1="33981" x2="22612" y2="33981"/>
                        <a14:foregroundMark x1="17544" y1="42136" x2="17544" y2="42136"/>
                        <a14:foregroundMark x1="13645" y1="52427" x2="13645" y2="52427"/>
                        <a14:foregroundMark x1="11501" y1="57670" x2="11501" y2="57670"/>
                        <a14:foregroundMark x1="56335" y1="11262" x2="56335" y2="11262"/>
                        <a14:foregroundMark x1="63353" y1="15728" x2="63353" y2="15728"/>
                        <a14:foregroundMark x1="67836" y1="19612" x2="67836" y2="19612"/>
                        <a14:foregroundMark x1="72904" y1="24078" x2="72904" y2="24078"/>
                        <a14:foregroundMark x1="76803" y1="29126" x2="76803" y2="29126"/>
                        <a14:foregroundMark x1="80312" y1="33592" x2="80312" y2="33592"/>
                        <a14:foregroundMark x1="83431" y1="38835" x2="83431" y2="38835"/>
                        <a14:foregroundMark x1="85965" y1="44272" x2="85965" y2="44272"/>
                        <a14:foregroundMark x1="19688" y1="77476" x2="19688" y2="77476"/>
                        <a14:foregroundMark x1="27096" y1="80000" x2="27096" y2="80000"/>
                        <a14:foregroundMark x1="32749" y1="80583" x2="32749" y2="80583"/>
                        <a14:foregroundMark x1="38791" y1="81359" x2="38791" y2="81359"/>
                        <a14:foregroundMark x1="43665" y1="81359" x2="43665" y2="81359"/>
                        <a14:foregroundMark x1="50682" y1="82718" x2="50682" y2="82718"/>
                        <a14:foregroundMark x1="56725" y1="81942" x2="56725" y2="81942"/>
                        <a14:foregroundMark x1="62768" y1="81359" x2="62768" y2="81359"/>
                        <a14:foregroundMark x1="70370" y1="81359" x2="70370" y2="81359"/>
                        <a14:foregroundMark x1="76413" y1="79223" x2="76413" y2="79223"/>
                        <a14:foregroundMark x1="81871" y1="77476" x2="81871" y2="77476"/>
                        <a14:backgroundMark x1="81871" y1="77476" x2="81871" y2="77476"/>
                      </a14:backgroundRemoval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9" y="298093"/>
            <a:ext cx="1705759" cy="134341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309" y="284672"/>
            <a:ext cx="2053144" cy="1439800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1759938" y="846162"/>
            <a:ext cx="8292501" cy="48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u="sng" dirty="0"/>
              <a:t>INSTITUT UNIVERSITAIRE DE LA CÔTE</a:t>
            </a:r>
          </a:p>
        </p:txBody>
      </p:sp>
    </p:spTree>
    <p:extLst>
      <p:ext uri="{BB962C8B-B14F-4D97-AF65-F5344CB8AC3E}">
        <p14:creationId xmlns:p14="http://schemas.microsoft.com/office/powerpoint/2010/main" val="2511999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12984"/>
          </a:xfrm>
        </p:spPr>
        <p:txBody>
          <a:bodyPr>
            <a:normAutofit/>
          </a:bodyPr>
          <a:lstStyle/>
          <a:p>
            <a:r>
              <a:rPr lang="fr-FR" b="1" dirty="0"/>
              <a:t>CONTEXTE ET PROBLÉMATIQUE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442563" y="1667774"/>
            <a:ext cx="8915400" cy="2326256"/>
          </a:xfrm>
        </p:spPr>
        <p:txBody>
          <a:bodyPr/>
          <a:lstStyle/>
          <a:p>
            <a:r>
              <a:rPr lang="fr-FR" sz="2400" dirty="0"/>
              <a:t> Importance de la vaccination pour la santé publique</a:t>
            </a:r>
          </a:p>
          <a:p>
            <a:r>
              <a:rPr lang="fr-FR" sz="2400" dirty="0"/>
              <a:t> Suivi manuel (carnet papier) peu fiable</a:t>
            </a:r>
          </a:p>
          <a:p>
            <a:r>
              <a:rPr lang="fr-FR" sz="2400" dirty="0"/>
              <a:t> Oublis fréquents des rappels</a:t>
            </a:r>
          </a:p>
          <a:p>
            <a:r>
              <a:rPr lang="fr-FR" sz="2400" dirty="0"/>
              <a:t> Difficulté d’accès à l’historique vaccinal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0020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Objectifs du Projet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51494" y="1431985"/>
            <a:ext cx="9376914" cy="4373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Nous pouvons élaborer 2 grands objectifs classés comme suit:</a:t>
            </a:r>
          </a:p>
          <a:p>
            <a:pPr marL="0" indent="0">
              <a:buNone/>
            </a:pPr>
            <a:endParaRPr lang="fr-FR" sz="500" b="1" dirty="0"/>
          </a:p>
          <a:p>
            <a:r>
              <a:rPr lang="fr-FR" sz="2400" b="1" dirty="0"/>
              <a:t>Objectif général :</a:t>
            </a:r>
          </a:p>
          <a:p>
            <a:r>
              <a:rPr lang="fr-FR" dirty="0"/>
              <a:t> Concevoir une application de suivi numérique des vaccins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sz="2400" b="1" dirty="0"/>
              <a:t>Objectifs spécifiques :</a:t>
            </a:r>
          </a:p>
          <a:p>
            <a:r>
              <a:rPr lang="fr-FR" dirty="0"/>
              <a:t> Enregistrer les enfants</a:t>
            </a:r>
          </a:p>
          <a:p>
            <a:r>
              <a:rPr lang="fr-FR" dirty="0"/>
              <a:t> Gérer les vaccins</a:t>
            </a:r>
          </a:p>
          <a:p>
            <a:r>
              <a:rPr lang="fr-FR" dirty="0"/>
              <a:t> Planifier automatiquement les dates</a:t>
            </a:r>
          </a:p>
          <a:p>
            <a:r>
              <a:rPr lang="fr-FR" dirty="0"/>
              <a:t> Envoyer des rappels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128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9248"/>
          </a:xfrm>
        </p:spPr>
        <p:txBody>
          <a:bodyPr/>
          <a:lstStyle/>
          <a:p>
            <a:r>
              <a:rPr lang="fr-FR" b="1" dirty="0"/>
              <a:t>Solutions Proposées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92925" y="1486621"/>
            <a:ext cx="9311528" cy="2645433"/>
          </a:xfrm>
        </p:spPr>
        <p:txBody>
          <a:bodyPr>
            <a:normAutofit/>
          </a:bodyPr>
          <a:lstStyle/>
          <a:p>
            <a:pPr marL="0" indent="0">
              <a:lnSpc>
                <a:spcPct val="210000"/>
              </a:lnSpc>
              <a:buNone/>
            </a:pPr>
            <a:r>
              <a:rPr lang="fr-FR" sz="2000" dirty="0"/>
              <a:t>Les différentes solutions sont:</a:t>
            </a:r>
          </a:p>
          <a:p>
            <a:r>
              <a:rPr lang="fr-FR" sz="2000" dirty="0"/>
              <a:t>Application Web / Desktop</a:t>
            </a:r>
          </a:p>
          <a:p>
            <a:r>
              <a:rPr lang="fr-FR" sz="2000" dirty="0"/>
              <a:t>Base de données centralisée</a:t>
            </a:r>
          </a:p>
          <a:p>
            <a:r>
              <a:rPr lang="fr-FR" sz="2000" dirty="0"/>
              <a:t>Génération automatique du calendrier vaccinal</a:t>
            </a:r>
          </a:p>
          <a:p>
            <a:r>
              <a:rPr lang="fr-FR" sz="2000" dirty="0"/>
              <a:t>Notifications de rappel</a:t>
            </a:r>
          </a:p>
        </p:txBody>
      </p:sp>
    </p:spTree>
    <p:extLst>
      <p:ext uri="{BB962C8B-B14F-4D97-AF65-F5344CB8AC3E}">
        <p14:creationId xmlns:p14="http://schemas.microsoft.com/office/powerpoint/2010/main" val="422346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81702" y="138016"/>
            <a:ext cx="4669009" cy="745724"/>
          </a:xfrm>
        </p:spPr>
        <p:txBody>
          <a:bodyPr/>
          <a:lstStyle/>
          <a:p>
            <a:r>
              <a:rPr lang="fr-FR" b="1" dirty="0"/>
              <a:t>Acteurs du Système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69093" y="1036163"/>
            <a:ext cx="5534296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Parent / Tuteur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Créer un compte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Enregistrer un ou plusieurs enfants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Consulter le calendrier vaccinal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Recevoir les rappels de vaccination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Consulter l’historique des vaccins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69093" y="3001952"/>
            <a:ext cx="9123303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Personnel de santé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Enregistrer les vaccins administrés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Mettre à jour le statut vaccinal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Consulter les dossiers des enfants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Générer des rapports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169093" y="4729215"/>
            <a:ext cx="6508505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</a:t>
            </a:r>
            <a:r>
              <a:rPr kumimoji="0" lang="fr-FR" altLang="fr-FR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Gérer les comptes utilisateurs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Ajouter / Modifier les vaccins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Paramétrer les âges recommandés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Superviser le système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944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56116"/>
          </a:xfrm>
        </p:spPr>
        <p:txBody>
          <a:bodyPr/>
          <a:lstStyle/>
          <a:p>
            <a:r>
              <a:rPr lang="fr-FR" b="1" dirty="0"/>
              <a:t>Fonctionnalités Principales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702280"/>
            <a:ext cx="8915400" cy="2947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principales fonctionnalités de notre application sont: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 L’Authentification sécurisée</a:t>
            </a:r>
          </a:p>
          <a:p>
            <a:r>
              <a:rPr lang="fr-FR" dirty="0"/>
              <a:t> La Gestion des enfants</a:t>
            </a:r>
          </a:p>
          <a:p>
            <a:r>
              <a:rPr lang="fr-FR" dirty="0"/>
              <a:t> La  Gestion des vaccins</a:t>
            </a:r>
          </a:p>
          <a:p>
            <a:r>
              <a:rPr lang="fr-FR" dirty="0"/>
              <a:t> Le Suivi des vaccinations effectuées</a:t>
            </a:r>
          </a:p>
          <a:p>
            <a:r>
              <a:rPr lang="fr-FR" dirty="0"/>
              <a:t> Le Tableau de bord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2569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03809" y="624110"/>
            <a:ext cx="3445566" cy="678479"/>
          </a:xfrm>
        </p:spPr>
        <p:txBody>
          <a:bodyPr/>
          <a:lstStyle/>
          <a:p>
            <a:r>
              <a:rPr lang="fr-FR" b="1" dirty="0"/>
              <a:t>Modélisation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92925" y="1518249"/>
            <a:ext cx="8915400" cy="3777622"/>
          </a:xfrm>
        </p:spPr>
        <p:txBody>
          <a:bodyPr/>
          <a:lstStyle/>
          <a:p>
            <a:r>
              <a:rPr lang="fr-FR" dirty="0"/>
              <a:t>Diagramme de cas d’utilisation</a:t>
            </a:r>
          </a:p>
          <a:p>
            <a:r>
              <a:rPr lang="fr-FR" dirty="0"/>
              <a:t>Diagramme de classes</a:t>
            </a:r>
          </a:p>
          <a:p>
            <a:r>
              <a:rPr lang="fr-FR" dirty="0"/>
              <a:t>Diagramme de Séquence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6269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90073" y="675869"/>
            <a:ext cx="6404426" cy="618094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Diagramme de cas d’utilisation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2" y="1724284"/>
            <a:ext cx="8987436" cy="483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36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11175" y="624110"/>
            <a:ext cx="4912056" cy="851007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Diagramme de classes</a:t>
            </a:r>
            <a:br>
              <a:rPr lang="fr-FR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2313B7C-3A41-4D4C-836E-71C712BE7E0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130" y="1527174"/>
            <a:ext cx="8561070" cy="51250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9725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41500" y="632736"/>
            <a:ext cx="6067996" cy="704358"/>
          </a:xfrm>
        </p:spPr>
        <p:txBody>
          <a:bodyPr/>
          <a:lstStyle/>
          <a:p>
            <a:r>
              <a:rPr lang="fr-FR" b="1" dirty="0"/>
              <a:t>Diagramme de Séquence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837" y="1520157"/>
            <a:ext cx="7246189" cy="50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90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5800577" cy="902765"/>
          </a:xfrm>
        </p:spPr>
        <p:txBody>
          <a:bodyPr/>
          <a:lstStyle/>
          <a:p>
            <a:r>
              <a:rPr lang="fr-FR" b="1" dirty="0"/>
              <a:t>Architecture Technique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Langage :</a:t>
            </a:r>
            <a:r>
              <a:rPr lang="fr-FR" dirty="0"/>
              <a:t> C# (.NET Framework/</a:t>
            </a:r>
            <a:r>
              <a:rPr lang="fr-FR" dirty="0" err="1"/>
              <a:t>WinForms</a:t>
            </a:r>
            <a:r>
              <a:rPr lang="fr-FR" dirty="0"/>
              <a:t>).</a:t>
            </a:r>
          </a:p>
          <a:p>
            <a:r>
              <a:rPr lang="fr-FR" b="1" dirty="0"/>
              <a:t>Base de données :</a:t>
            </a:r>
            <a:r>
              <a:rPr lang="fr-FR" dirty="0"/>
              <a:t> MySQL (</a:t>
            </a:r>
            <a:r>
              <a:rPr lang="fr-FR" dirty="0" err="1"/>
              <a:t>HeidiSQL</a:t>
            </a:r>
            <a:r>
              <a:rPr lang="fr-FR" dirty="0"/>
              <a:t>/WAMP).</a:t>
            </a:r>
          </a:p>
          <a:p>
            <a:r>
              <a:rPr lang="fr-FR" b="1" dirty="0"/>
              <a:t>Communication :</a:t>
            </a:r>
            <a:r>
              <a:rPr lang="fr-FR" dirty="0"/>
              <a:t> Protocole SMTP (Gmail API) pour les notifications.</a:t>
            </a:r>
          </a:p>
          <a:p>
            <a:r>
              <a:rPr lang="fr-FR" b="1" dirty="0"/>
              <a:t>Outils :</a:t>
            </a:r>
            <a:r>
              <a:rPr lang="fr-FR" dirty="0"/>
              <a:t> Git/GitHub pour le versioning.</a:t>
            </a:r>
          </a:p>
        </p:txBody>
      </p:sp>
    </p:spTree>
    <p:extLst>
      <p:ext uri="{BB962C8B-B14F-4D97-AF65-F5344CB8AC3E}">
        <p14:creationId xmlns:p14="http://schemas.microsoft.com/office/powerpoint/2010/main" val="2959414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Avantages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92925" y="1676400"/>
            <a:ext cx="7051407" cy="2973238"/>
          </a:xfrm>
        </p:spPr>
        <p:txBody>
          <a:bodyPr/>
          <a:lstStyle/>
          <a:p>
            <a:r>
              <a:rPr lang="fr-FR" sz="2000" dirty="0"/>
              <a:t> La réduction des oublis de vaccination</a:t>
            </a:r>
          </a:p>
          <a:p>
            <a:r>
              <a:rPr lang="fr-FR" sz="2000" dirty="0"/>
              <a:t> La centralisation des informations</a:t>
            </a:r>
          </a:p>
          <a:p>
            <a:r>
              <a:rPr lang="fr-FR" sz="2000" dirty="0"/>
              <a:t> Le suivi en temps réel</a:t>
            </a:r>
          </a:p>
          <a:p>
            <a:r>
              <a:rPr lang="fr-FR" sz="2000" dirty="0"/>
              <a:t> L’Amélioration de la couverture vaccinale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7829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659146"/>
            <a:ext cx="8915400" cy="22054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En conclusion, nous pouvons dire que notre solution nous permettra de pouvoir avoir :</a:t>
            </a:r>
          </a:p>
          <a:p>
            <a:pPr marL="0" indent="0">
              <a:buNone/>
            </a:pPr>
            <a:r>
              <a:rPr lang="fr-FR" dirty="0"/>
              <a:t> </a:t>
            </a:r>
          </a:p>
          <a:p>
            <a:r>
              <a:rPr lang="fr-FR" dirty="0"/>
              <a:t>Une solution moderne et efficace</a:t>
            </a:r>
          </a:p>
          <a:p>
            <a:r>
              <a:rPr lang="fr-FR" dirty="0"/>
              <a:t>D’Amélioration de la gestion vaccinale</a:t>
            </a:r>
          </a:p>
          <a:p>
            <a:r>
              <a:rPr lang="fr-FR" dirty="0"/>
              <a:t>Une Évolution possible vers application mobile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4003068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335</TotalTime>
  <Words>376</Words>
  <Application>Microsoft Office PowerPoint</Application>
  <PresentationFormat>Grand écran</PresentationFormat>
  <Paragraphs>81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Arial Narrow</vt:lpstr>
      <vt:lpstr>Century Gothic</vt:lpstr>
      <vt:lpstr>Wingdings 3</vt:lpstr>
      <vt:lpstr>Brin</vt:lpstr>
      <vt:lpstr>Présentation PowerPoint</vt:lpstr>
      <vt:lpstr>CONTEXTE ET PROBLÉMATIQUE</vt:lpstr>
      <vt:lpstr>Objectifs du Projet</vt:lpstr>
      <vt:lpstr>Solutions Proposées</vt:lpstr>
      <vt:lpstr>Acteurs du Système</vt:lpstr>
      <vt:lpstr>Fonctionnalités Principales</vt:lpstr>
      <vt:lpstr>Modélisation</vt:lpstr>
      <vt:lpstr>Diagramme de cas d’utilisation </vt:lpstr>
      <vt:lpstr>Diagramme de classes </vt:lpstr>
      <vt:lpstr>Diagramme de Séquence</vt:lpstr>
      <vt:lpstr>Architecture Technique</vt:lpstr>
      <vt:lpstr>Avantages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</dc:creator>
  <cp:lastModifiedBy>raphael</cp:lastModifiedBy>
  <cp:revision>13</cp:revision>
  <dcterms:created xsi:type="dcterms:W3CDTF">2026-02-24T09:13:36Z</dcterms:created>
  <dcterms:modified xsi:type="dcterms:W3CDTF">2026-02-24T16:02:47Z</dcterms:modified>
</cp:coreProperties>
</file>